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⚽ El fútbol en Madrid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- Nivel A1</a:t>
            </a:r>
          </a:p>
        </p:txBody>
      </p:sp>
      <p:pic>
        <p:nvPicPr>
          <p:cNvPr id="4" name="Picture 3" descr="Real_Madrid_stad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400800" cy="41165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🔥 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¿Te gusta el fútbol?</a:t>
            </a:r>
          </a:p>
          <a:p>
            <a:r>
              <a:t>- ¿Qué equipos conoces?</a:t>
            </a:r>
          </a:p>
        </p:txBody>
      </p:sp>
      <p:pic>
        <p:nvPicPr>
          <p:cNvPr id="4" name="Picture 3" descr="football_fa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743200" cy="1909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🖼️ Observa la imagen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¿Qué ves?</a:t>
            </a:r>
          </a:p>
          <a:p>
            <a:r>
              <a:t>- ¿Qué están haciendo?</a:t>
            </a:r>
          </a:p>
        </p:txBody>
      </p:sp>
      <p:pic>
        <p:nvPicPr>
          <p:cNvPr id="4" name="Picture 3" descr="football_support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650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⚽ gol</a:t>
            </a:r>
          </a:p>
          <a:p>
            <a:r>
              <a:t>- 🏟 estadio</a:t>
            </a:r>
          </a:p>
          <a:p>
            <a:r>
              <a:t>- 👥 aficionado</a:t>
            </a:r>
          </a:p>
        </p:txBody>
      </p:sp>
      <p:pic>
        <p:nvPicPr>
          <p:cNvPr id="4" name="Picture 3" descr="football_play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743200" cy="1567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📖 Lectura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 Madrid ganó ayer.</a:t>
            </a:r>
          </a:p>
          <a:p>
            <a:r>
              <a:t>- Muchos aficionados celebraron.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Gramática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ganar → ganó</a:t>
            </a:r>
          </a:p>
          <a:p>
            <a:r>
              <a:t>- Completa: Ayer Madrid 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🗣️ Hablemos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¿Te gusta el fútbol?</a:t>
            </a:r>
          </a:p>
          <a:p>
            <a:r>
              <a:t>- ¿Cuál es tu jugador favorito?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Ideas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Aprendimos vocabulario</a:t>
            </a:r>
          </a:p>
          <a:p>
            <a:r>
              <a:t>- Hablamos sobre fútbol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Tarea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Escribe 5 frases sobre tu deporte favorito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