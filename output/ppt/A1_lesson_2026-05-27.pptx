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apparent tornado touches down in Iowa, officials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hours ago空气污染探索A1级西文课程标题：Vigo, 加利西亚，西班牙天气预报今日新闻：- Vigo, 加利西亚的天气是多云和温暖的- 今晚将部分多云核心词汇：- Vigo- 天气- 加利西亚- 多云- 温暖语法点：- 形容词比较级- 天气描述阅读练习：根据今日天气预报，描述Vigo的天气情况，使用形容词比较级。讨论问题：你喜欢多云还是晴天的天气？为什么？课堂互动：学生根据图片描述Vigo的天气情况，其他同学猜测是多云还是晴天。总结：今天学习了如何描述天气情况，使用了形容词比较级来区分不同的天气情况。希望大家都能准确描述Vigo的天气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