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主题：学习西班牙语的新途径：Google 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今日新闻：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Google推出了一款全新的语言学习工具：Google Gemini，旨在帮助用户更轻松地学习西班牙语和其他语言。#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核心词汇：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Tecnología (Technology)- Aprender (To learn)- Idioma (Language)- Herramienta (Tool)- Facilitar (To facilitate)#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语法点：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介词的使用- 不规则动词的过去式- 定冠词的使用#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阅读练习：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阅读以下句子，并用合适的介词填空： 1. ¿Prefieres estudiar español __ la mañana o __ la tarde?2. Mis amigos van __ la playa todos los veranos.3. Mi hermana es muy buena __ tocar la guitarra.#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讨论问题：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你认为学习语言需要用到什么样的工具和资源？- 你觉得Google Gemini会对你的语言学习有何帮助？#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课堂互动：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学生分组，展示不同的语法点，让其他组员进行解释和澄清。- 通过PPT呈现不同图像，让学生用西班牙语进行描述。#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通过今天的课程，我们了解了Google Gemini这款新的语言学习工具及相关的核心词汇和语法点。在学习语言的道路上，不断探索新的工具和资源是非常重要的。希望大家能够积极尝试新的学习方式，不断提升自己的语言能力。¡Buena suerte! (Good luck!)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